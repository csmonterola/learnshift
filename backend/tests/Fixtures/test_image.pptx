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jpg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/>
      <p:grpSpPr/>
      <p:pic>
        <p:nvPicPr>
          <p:cNvPr id="1" name="Image1"/>
          <p:nvPr/>
        </p:nvPicPr>
        <p:blipFill>
          <a:blip r:embed="rId1"/>
        </p:blipFill>
        <p:spPr/>
      </p:pic>
    </p:spTree>
  </p:cSld>
</p:sld>
</file>